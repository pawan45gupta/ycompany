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4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garro-logo-light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600200" cy="3979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331720"/>
            <a:ext cx="12191695" cy="73152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Promotion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AutoNum type="arabicPeriod"/>
              <a:spcAft>
                <a:spcPts val="600"/>
              </a:spcAft>
            </a:pPr>
            <a:r>
              <a:rPr sz="1600" b="0">
                <a:solidFill>
                  <a:srgbClr val="47D7AC"/>
                </a:solidFill>
                <a:latin typeface="Calibri"/>
              </a:rPr>
              <a:t>YCompany RIMSS — Retail Inventory Management Software System</a:t>
            </a:r>
          </a:p>
          <a:p>
            <a:pPr>
              <a:buAutoNum type="arabicPeriod"/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Tech Stack &amp; Architecture Overview</a:t>
            </a:r>
          </a:p>
          <a:p>
            <a:pPr>
              <a:buAutoNum type="arabicPeriod"/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Presenter: Pawan Gupta · Nagarro Software Pvt. Ltd.</a:t>
            </a:r>
          </a:p>
          <a:p>
            <a:pPr>
              <a:buAutoNum type="arabicPeriod"/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Date: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Project context and business objectives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Technology stack (as implemented)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Frontend and system architecture diagrams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Backend APIs and key workflows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Observability, quality gates, and deployment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Summary of engineering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Client: YCompany — luxury countryside fashion brand (RIMSS programme).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Deliverable: Modern B2C ecommerce storefront with inventory-aware cart and order management.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Reference implementation: Next.js 16 monolith — App Router pages + Route Handlers in one codebase.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Scope: Catalog browse &amp; search, PDP, cart, Stripe checkout, account &amp; orders, coupons, auth.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Demo-ready today; PostgreSQL migration planned as the production data-layer next step.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Documents: Solution Approach, DAR, and Estimates aligned to the as-built stack.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Business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Legacy challenges addressed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Outcomes delivered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Slow first paint and unresponsive UI on legacy storefront.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Inefficient product search — no filters or relevance ranking.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No inventory awareness — customers could over-order out-of-stock SKUs.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Inconsistent experience across devices.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FCP target &lt; 3s via RSC, next/image, route loading states.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Elastic Cloud search with in-memory fallback + rich filters.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Per-SKU stock clamping in cart (clampAddQuantity).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Responsive MUI 9 layouts — mobile drawer nav and cart cards.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Technology Stack (As Implemented)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6041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47D7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6041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47D7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6041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47D7A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Next.js 16 · React 19 · TypeScript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App Router, RSC, SSR/CSR hybrid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UI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Material UI 9 · Emotion 11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Accessible components, SSR cache provider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Client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TanStack Query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Cached API calls, checkout &amp; order mutations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NextAuth v5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Credentials + OAuth (Google, GitHub, Facebook, Apple)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Stripe 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Hosted PCI scope, webhooks, coupons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Elastic Cloud + in-memory fallback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searchProducts() facade, npm run search:index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Resend REST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Welcome, order confirm, cancellation emails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Observability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Sentry · GA4 · New Relic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Errors, analytics, APM (env-gated no-ops)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Vitest 4 · RTL · jsdom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201 tests · ~95% line coverage in CI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Deploy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Vercel · Docker · Kubernetes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Primary cloud + portable enterprise manifests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Frontend Architecture (High Level)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234440"/>
            <a:ext cx="5212080" cy="502920"/>
          </a:xfrm>
          <a:prstGeom prst="roundRect">
            <a:avLst/>
          </a:prstGeom>
          <a:solidFill>
            <a:srgbClr val="06041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Browser — React 19 + Next.js 16 App Router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755648"/>
            <a:ext cx="0" cy="118871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07608" y="1856231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938528"/>
            <a:ext cx="3520440" cy="960120"/>
          </a:xfrm>
          <a:prstGeom prst="roundRect">
            <a:avLst/>
          </a:prstGeom>
          <a:solidFill>
            <a:srgbClr val="F4FAF8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Server Components (RSC)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Home · Products · PDP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Server-rendered HTML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SEO metadata / sitemap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38528"/>
            <a:ext cx="3520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Client Components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SearchClient · Cart UI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Auth forms · CouponField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Account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938528"/>
            <a:ext cx="3520440" cy="960120"/>
          </a:xfrm>
          <a:prstGeom prst="roundRect">
            <a:avLst/>
          </a:prstGeom>
          <a:solidFill>
            <a:srgbClr val="F4FAF8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Shared Shell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Header / Footer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middleware.ts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loading.tsx states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2926080"/>
            <a:ext cx="0" cy="13716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2167128" y="304495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926080"/>
            <a:ext cx="0" cy="13716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10800000">
            <a:off x="6007608" y="304495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9921240" y="2926080"/>
            <a:ext cx="0" cy="13716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10800000">
            <a:off x="9848088" y="304495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127248"/>
            <a:ext cx="10378440" cy="658368"/>
          </a:xfrm>
          <a:prstGeom prst="roundRect">
            <a:avLst/>
          </a:prstGeom>
          <a:solidFill>
            <a:srgbClr val="47D7AC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Presentation Layer — Material UI 9 · Emotion SSR · AppRouterCacheProvider · ThemeProvider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803904"/>
            <a:ext cx="0" cy="109728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07608" y="3895344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3977639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Client State &amp; Data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TanStack Query 5 — useCheckout / useOrders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CartContext + localStorage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useProductSearch (debounced)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77639"/>
            <a:ext cx="50292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Cross-cutting UI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ProductSearchAutocomplete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Observability (GA / Sentry / NR)</a:t>
            </a:r>
          </a:p>
          <a:p>
            <a:pPr algn="ctr"/>
            <a:r>
              <a:rPr sz="900" b="0">
                <a:solidFill>
                  <a:srgbClr val="06041F"/>
                </a:solidFill>
                <a:latin typeface="Calibri"/>
              </a:rPr>
              <a:t>i18n dictionary helpers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864608"/>
            <a:ext cx="0" cy="118872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0800000">
            <a:off x="6007608" y="496519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11680" y="5047488"/>
            <a:ext cx="8183879" cy="566928"/>
          </a:xfrm>
          <a:prstGeom prst="roundRect">
            <a:avLst/>
          </a:prstGeom>
          <a:solidFill>
            <a:srgbClr val="06041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 Client Layer — fetch /api/* · Zod-validated responses · shared query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8756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100" b="0">
                <a:solidFill>
                  <a:srgbClr val="06041F"/>
                </a:solidFill>
                <a:latin typeface="Calibri"/>
              </a:rPr>
              <a:t>RSC delivers fast first paint; client islands handle interactivity only where needed.</a:t>
            </a:r>
          </a:p>
          <a:p>
            <a:pPr>
              <a:buChar char="•"/>
              <a:spcAft>
                <a:spcPts val="800"/>
              </a:spcAft>
            </a:pPr>
            <a:r>
              <a:rPr sz="1100" b="0">
                <a:solidFill>
                  <a:srgbClr val="06041F"/>
                </a:solidFill>
                <a:latin typeface="Calibri"/>
              </a:rPr>
              <a:t>TanStack Query caches server data; CartContext owns cart persistence and stock clamping.</a:t>
            </a:r>
          </a:p>
          <a:p>
            <a:pPr>
              <a:buChar char="•"/>
              <a:spcAft>
                <a:spcPts val="800"/>
              </a:spcAft>
            </a:pPr>
            <a:r>
              <a:rPr sz="1100" b="0">
                <a:solidFill>
                  <a:srgbClr val="06041F"/>
                </a:solidFill>
                <a:latin typeface="Calibri"/>
              </a:rPr>
              <a:t>All user input validated with Zod; middleware protects /account routes.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Backend — Route Handlers (src/app/api/)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6041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solidFill>
                      <a:srgbClr val="47D7A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6041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47D7A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POST /api/checkout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Create Stripe Checkout Session with coupon + shipping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POST /api/webhooks/stripe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Verify signature; idempotent order on session.completed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POST /api/orders/sync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Fallback reconciliation when webhooks unavailable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GET /api/orders · GET/POST …/[id]/cancel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Authenticated order list, detail, cancel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GET /api/products/search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Rate-limited search (120/min/IP); Cache-Control 30s/SWR 60s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POST /api/coupons/validate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Server-side WELCOME10 / SAVE20 / FREESHIP rules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GET/POST /api/auth/[...nextauth]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NextAuth v5 session + OAuth callbacks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POST /api/auth/signup · forgot/reset-password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6041F"/>
                          </a:solidFill>
                          <a:latin typeface="Calibri"/>
                        </a:rPr>
                        <a:t>Registration and password recovery flows</a:t>
                      </a:r>
                    </a:p>
                  </a:txBody>
                  <a:tcPr>
                    <a:solidFill>
                      <a:srgbClr val="F4FA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System Architecture (High Level)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207008"/>
            <a:ext cx="4846320" cy="438912"/>
          </a:xfrm>
          <a:prstGeom prst="roundRect">
            <a:avLst/>
          </a:prstGeom>
          <a:solidFill>
            <a:srgbClr val="06041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Customer Browser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664208"/>
            <a:ext cx="0" cy="118872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7"/>
          <p:cNvSpPr/>
          <p:nvPr/>
        </p:nvSpPr>
        <p:spPr>
          <a:xfrm rot="10800000">
            <a:off x="6007608" y="176479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1810512"/>
            <a:ext cx="6355080" cy="438912"/>
          </a:xfrm>
          <a:prstGeom prst="roundRect">
            <a:avLst/>
          </a:prstGeom>
          <a:solidFill>
            <a:srgbClr val="47D7AC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Vercel Edge / CDN — security headers · image optimization · compression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267712"/>
            <a:ext cx="0" cy="914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07608" y="2340864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2395728"/>
            <a:ext cx="11201400" cy="1874519"/>
          </a:xfrm>
          <a:prstGeom prst="roundRect">
            <a:avLst/>
          </a:prstGeom>
          <a:solidFill>
            <a:srgbClr val="F4FAF8"/>
          </a:solidFill>
          <a:ln>
            <a:solidFill>
              <a:srgbClr val="060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10881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041F"/>
                </a:solidFill>
                <a:latin typeface="Calibri"/>
              </a:rPr>
              <a:t>Next.js 16 Monolith — React 19 · TypeScript 5 · App Router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61488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Server Components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Home · PDP · Search page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MUI Theme + TanStack Q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next/image · metadata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761488"/>
            <a:ext cx="3520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Route Handlers (/api/*)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checkout · orders · search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coupons · auth · webhooks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Zod + rate limiting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2761488"/>
            <a:ext cx="26060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middleware.ts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Protect /account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NextAuth session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Auth redirect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297680"/>
            <a:ext cx="0" cy="109728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10800000">
            <a:off x="6007608" y="4389120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28800" y="4462272"/>
            <a:ext cx="8549640" cy="502920"/>
          </a:xfrm>
          <a:prstGeom prst="roundRect">
            <a:avLst/>
          </a:prstGeom>
          <a:solidFill>
            <a:srgbClr val="47D7AC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100" b="1">
                <a:solidFill>
                  <a:srgbClr val="06041F"/>
                </a:solidFill>
                <a:latin typeface="Calibri"/>
              </a:rPr>
              <a:t>Domain Services — orders · coupons · search · inventory · stripe · email (Resend)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80760" y="4983480"/>
            <a:ext cx="0" cy="9144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6007608" y="5056632"/>
            <a:ext cx="146304" cy="109728"/>
          </a:xfrm>
          <a:prstGeom prst="triangle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5102352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NextAuth v5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Credentials + OAuth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5102352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Stripe API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Checkout · webhooks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Coupons · 3DS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5102352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Elastic Cloud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Product index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In-memory fallback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5102352"/>
            <a:ext cx="260604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47D7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54864"/>
          <a:lstStyle/>
          <a:p>
            <a:pPr algn="ctr"/>
            <a:r>
              <a:rPr sz="1000" b="1">
                <a:solidFill>
                  <a:srgbClr val="06041F"/>
                </a:solidFill>
                <a:latin typeface="Calibri"/>
              </a:rPr>
              <a:t>Persistence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JSON store (demo)</a:t>
            </a:r>
          </a:p>
          <a:p>
            <a:pPr algn="ctr"/>
            <a:r>
              <a:rPr sz="800" b="0">
                <a:solidFill>
                  <a:srgbClr val="06041F"/>
                </a:solidFill>
                <a:latin typeface="Calibri"/>
              </a:rPr>
              <a:t>PostgreSQL (next)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33872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Char char="•"/>
            </a:pPr>
            <a:r>
              <a:rPr sz="1000" b="0">
                <a:solidFill>
                  <a:srgbClr val="666666"/>
                </a:solidFill>
                <a:latin typeface="Calibri"/>
              </a:rPr>
              <a:t>Cross-cutting: Sentry (errors/replay) · GA4 (commerce) · New Relic APM · Resend (transactional email) · stateless tier scalable on Vercel or Kubernetes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Checkout &amp; Order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User adds items to cart — CartContext validates stock via inventory helpers.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Optional coupon validated at POST /api/coupons/validate — mirrored into Stripe session.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POST /api/checkout creates Stripe Checkout Session — redirect to hosted payment UI.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On payment: Stripe webhook checkout.session.completed — order persisted (idempotent).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Fallback: /checkout/success calls POST /api/orders/sync when webhooks not configured.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Resend sends order confirmation email; GA4 purchase event tracked.</a:t>
            </a:r>
          </a:p>
          <a:p>
            <a:pPr>
              <a:buAutoNum type="arabicPeriod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User views orders at /account; can cancel while status === processing.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Search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Search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API &amp; 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Facade: searchProducts() in src/lib/search.ts.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Primary: Elastic Cloud when ELASTICSEARCH_CLOUD_ID + API_KEY set.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Index: ycompany-products — seeded via npm run search:index.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Query: multi_match + brand/price filters + sort (relevance, price, name).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Fallback: in-memory CatalogIndex when ES unavailable or unconfigured.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GET /api/products/search — Zod filters, rate limit 120 req/min/IP.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Response includes source: elasticsearch | memory for transparency.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SearchClient debounces 300 ms; router.replace keeps shareable URLs.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Header autocomplete uses in-memory product suggestions.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Cache-Control: public, max-age=30, stale-while-revalidate=60.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Notifications &amp;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Transactional email (Resend)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47D7AC"/>
                </a:solidFill>
                <a:latin typeface="Calibri"/>
              </a:rPr>
              <a:t>Observability &amp; 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src/lib/email/send.ts — Resend REST when RESEND_API_KEY set.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Templates in templates.ts; console fallback for local dev.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Welcome email on signup (/api/auth/signup).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Order confirmation on webhook + orders/sync (idempotent).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Cancellation email on POST /api/orders/[id]/cancel.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691640"/>
            <a:ext cx="53035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Sentry — errors, session replay, performance traces.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GA4 — add_to_cart, begin_checkout, purchase, search, apply_coupon.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New Relic — server APM via NODE_OPTIONS preload in Docker/K8s.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Vitest — 201 tests; coverage thresholds lines/functions ≥ 90%, branches ≥ 85%.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ESLint (eslint-config-next) + TypeScript strict in CI.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Deployment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Primary target: Vercel — vercel.json, iad1 region, security headers.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Docker: node:22-alpine standalone Next.js output for portable runtimes.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Kubernetes: Deployment (replicas: 2), Service, ConfigMap, Secret, probes on /.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All third-party integrations are no-ops when env vars are unset — frictionless local dev.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Recommended production path: Vercel + Postgres (Prisma/Drizzle) + Elastic Cloud trial/demo.</a:t>
            </a:r>
          </a:p>
          <a:p>
            <a:pPr>
              <a:buChar char="•"/>
              <a:spcAft>
                <a:spcPts val="800"/>
              </a:spcAft>
            </a:pPr>
            <a:r>
              <a:rPr sz="1600" b="0">
                <a:solidFill>
                  <a:srgbClr val="06041F"/>
                </a:solidFill>
                <a:latin typeface="Calibri"/>
              </a:rPr>
              <a:t>Enterprise alternative: K8s + Docker with same codebase and observability agents.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24128"/>
            <a:ext cx="12191695" cy="54864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agarro-logo-dark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"/>
            <a:ext cx="1600200" cy="3979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8920" y="256032"/>
            <a:ext cx="8961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041F"/>
                </a:solidFill>
                <a:latin typeface="Calibri"/>
              </a:rPr>
              <a:t>Summary — Engineering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End-to-end ownership: architecture, implementation, tests, docs, and deployment manifests.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Modern stack chosen for velocity, accessibility, and PCI-safe payments (Stripe hosted).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Resilient search and email — graceful fallbacks keep demos working without cloud credentials.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Production-grade patterns: Zod validation, rate limiting, signed webhooks, idempotent orders.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Full observability stack integrated but optional — supports staged rollout.</a:t>
            </a:r>
          </a:p>
          <a:p>
            <a:pPr>
              <a:buChar char="•"/>
              <a:spcAft>
                <a:spcPts val="800"/>
              </a:spcAft>
            </a:pPr>
            <a:r>
              <a:rPr sz="1700" b="0">
                <a:solidFill>
                  <a:srgbClr val="06041F"/>
                </a:solidFill>
                <a:latin typeface="Calibri"/>
              </a:rPr>
              <a:t>Clear migration path to PostgreSQL without rewriting the storefront layer.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60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Nagarro · YCompany RIMSS ·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4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agarro-logo-light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600200" cy="39797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47D7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1546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10789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Char char="•"/>
              <a:spcAft>
                <a:spcPts val="800"/>
              </a:spcAft>
            </a:pPr>
            <a:r>
              <a:rPr sz="1800" b="1">
                <a:solidFill>
                  <a:srgbClr val="47D7AC"/>
                </a:solidFill>
                <a:latin typeface="Calibri"/>
              </a:rPr>
              <a:t>Pawan Gupta</a:t>
            </a:r>
          </a:p>
          <a:p>
            <a:pPr>
              <a:buChar char="•"/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pawan.gupta@nagarro.com</a:t>
            </a:r>
          </a:p>
          <a:p>
            <a:pPr>
              <a:buChar char="•"/>
              <a:spcAft>
                <a:spcPts val="8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YCompany RIMSS — Tech Stack &amp;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